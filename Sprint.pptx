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4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72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735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574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10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107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789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502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624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36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048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823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19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66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07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857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365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131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3931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61023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254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1727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268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2795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8677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7086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7386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7074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23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F47A535-19C6-4A30-B332-CAA67667869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905E4282-E08F-4547-93FD-96839EC2B6BB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25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27">
            <a:extLst>
              <a:ext uri="{FF2B5EF4-FFF2-40B4-BE49-F238E27FC236}">
                <a16:creationId xmlns:a16="http://schemas.microsoft.com/office/drawing/2014/main" id="{F289249C-661F-E7EE-CA59-BB662BCF0B4A}"/>
              </a:ext>
            </a:extLst>
          </p:cNvPr>
          <p:cNvSpPr txBox="1"/>
          <p:nvPr/>
        </p:nvSpPr>
        <p:spPr>
          <a:xfrm>
            <a:off x="1001484" y="1780439"/>
            <a:ext cx="59653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Animal Adoption Tracker</a:t>
            </a:r>
            <a:endParaRPr lang="en-IN" sz="28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973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0EC44-0B3F-2F58-C50D-094500BB0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9296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Picture 184">
            <a:extLst>
              <a:ext uri="{FF2B5EF4-FFF2-40B4-BE49-F238E27FC236}">
                <a16:creationId xmlns:a16="http://schemas.microsoft.com/office/drawing/2014/main" id="{C83483A5-A0BB-3FA3-1DA4-AB6A95650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933" y="923665"/>
            <a:ext cx="9614134" cy="50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026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A82ABE26-AE73-3D87-7555-7E69ECD11D24}"/>
              </a:ext>
            </a:extLst>
          </p:cNvPr>
          <p:cNvSpPr txBox="1">
            <a:spLocks/>
          </p:cNvSpPr>
          <p:nvPr/>
        </p:nvSpPr>
        <p:spPr>
          <a:xfrm>
            <a:off x="1143000" y="60973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4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400" b="1" i="0" u="none" strike="noStrike" kern="1200" cap="none" spc="0" normalizeH="0" baseline="0" noProof="0" dirty="0">
                <a:ln>
                  <a:noFill/>
                </a:ln>
                <a:solidFill>
                  <a:srgbClr val="0F4C5C"/>
                </a:solidFill>
                <a:effectLst/>
                <a:uLnTx/>
                <a:uFillTx/>
                <a:latin typeface="Aptos" panose="020B0004020202020204" pitchFamily="34" charset="0"/>
              </a:rPr>
              <a:t>ER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7A5442-CDD8-5423-D1BF-B5356D8CD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685" y="1823486"/>
            <a:ext cx="10094629" cy="394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31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30DF7-C273-CC67-4254-1D4726D65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98BAA8-A23B-2118-4DBA-DEF58E70C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897" y="1516092"/>
            <a:ext cx="7080206" cy="48440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FA4FAC-4CB4-57D4-7B42-FF1C25CE1F15}"/>
              </a:ext>
            </a:extLst>
          </p:cNvPr>
          <p:cNvSpPr txBox="1"/>
          <p:nvPr/>
        </p:nvSpPr>
        <p:spPr>
          <a:xfrm>
            <a:off x="816429" y="497851"/>
            <a:ext cx="6096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F4C5C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Solution Architecture</a:t>
            </a:r>
            <a:endParaRPr kumimoji="0" lang="en-IN" sz="3400" b="1" i="0" u="none" strike="noStrike" kern="1200" cap="none" spc="0" normalizeH="0" baseline="0" noProof="0" dirty="0">
              <a:ln>
                <a:noFill/>
              </a:ln>
              <a:solidFill>
                <a:srgbClr val="0F4C5C"/>
              </a:solidFill>
              <a:effectLst/>
              <a:uLnTx/>
              <a:uFillTx/>
              <a:latin typeface="Aptos" panose="020B00040202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47533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E4B15-2A30-535B-521F-E2E3B7C06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97E371-EE71-0F87-E553-A97EC7467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53" y="1223251"/>
            <a:ext cx="9949493" cy="4925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8803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00CCA-8CCF-195B-36AD-1A1E35CD5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5687FE1-071F-3C60-370B-548E7AE57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732" y="791244"/>
            <a:ext cx="3639126" cy="26377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800F8C-934A-D770-5EDF-7873F2400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494" y="740726"/>
            <a:ext cx="3639127" cy="26882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28E683-9856-2C2B-AD7F-DCFB9BA9E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5381" y="3577489"/>
            <a:ext cx="4202477" cy="30613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85AAE0-7A64-F011-D249-3FC3D2F4F6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494" y="3577489"/>
            <a:ext cx="3018907" cy="306472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B3EDB9C-358A-CC9C-4604-0F32CB65CAA1}"/>
              </a:ext>
            </a:extLst>
          </p:cNvPr>
          <p:cNvSpPr txBox="1"/>
          <p:nvPr/>
        </p:nvSpPr>
        <p:spPr>
          <a:xfrm>
            <a:off x="228600" y="125173"/>
            <a:ext cx="6096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400" b="1" dirty="0">
                <a:solidFill>
                  <a:srgbClr val="0F4C5C"/>
                </a:solidFill>
                <a:latin typeface="Aptos" panose="020B0004020202020204" pitchFamily="34" charset="0"/>
              </a:rPr>
              <a:t>Charts</a:t>
            </a:r>
            <a:endParaRPr kumimoji="0" lang="en-IN" sz="3400" b="1" i="0" u="none" strike="noStrike" kern="1200" cap="none" spc="0" normalizeH="0" baseline="0" noProof="0" dirty="0">
              <a:ln>
                <a:noFill/>
              </a:ln>
              <a:solidFill>
                <a:srgbClr val="0F4C5C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207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9B92-6DC1-5AAF-3A4C-9847D9066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7B8288-0372-D851-9ECA-CC412CE58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014" y="1012371"/>
            <a:ext cx="8520528" cy="25566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90F6E4-0AD5-B12E-0D57-3E18A314F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014" y="3697320"/>
            <a:ext cx="8479972" cy="26985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A251DF-1CA2-9961-2309-9A645CCA2BCF}"/>
              </a:ext>
            </a:extLst>
          </p:cNvPr>
          <p:cNvSpPr txBox="1"/>
          <p:nvPr/>
        </p:nvSpPr>
        <p:spPr>
          <a:xfrm>
            <a:off x="228600" y="125173"/>
            <a:ext cx="6096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F4C5C"/>
                </a:solidFill>
                <a:effectLst/>
                <a:uLnTx/>
                <a:uFillTx/>
                <a:latin typeface="Aptos" panose="020B0004020202020204" pitchFamily="34" charset="0"/>
              </a:rPr>
              <a:t>List Report Pages</a:t>
            </a:r>
            <a:endParaRPr kumimoji="0" lang="en-IN" sz="3400" b="1" i="0" u="none" strike="noStrike" kern="1200" cap="none" spc="0" normalizeH="0" baseline="0" noProof="0" dirty="0">
              <a:ln>
                <a:noFill/>
              </a:ln>
              <a:solidFill>
                <a:srgbClr val="0F4C5C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31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B2F650-BD25-0D17-C2AF-FBD601080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602" y="875306"/>
            <a:ext cx="9764796" cy="27296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7A73EF-04A4-F999-A3AF-1E032480C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602" y="3771107"/>
            <a:ext cx="9764796" cy="285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97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5E97E-808B-C931-1D3E-547673505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8EDCF5-B898-3848-28C1-063F531D7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03378"/>
            <a:ext cx="10972800" cy="3077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EDFF71-3008-2D72-8E73-2A7C6D77A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57033"/>
            <a:ext cx="10972800" cy="301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5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2E50B-689A-6476-0F86-D042BC6D5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80E6F5-29B2-997F-3D1A-0D80EF594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5" y="1878890"/>
            <a:ext cx="10842172" cy="310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413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70510-3CCD-CC94-052B-210286AEF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D6799A-E668-B34D-C0E9-E20C8DD1D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42" y="676185"/>
            <a:ext cx="10718657" cy="312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604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4673A-DEB7-0C84-5B06-0DB9C6140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5B4DA4-39C6-F570-62BA-D1E90833B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896" y="1826854"/>
            <a:ext cx="9826208" cy="410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240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02A17-0284-85C3-13E3-3622596D0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FF46DD-3928-25FD-22B3-64132C1F0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05" y="1172329"/>
            <a:ext cx="10607790" cy="521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82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1A28E-FF08-4526-E58B-FF98CAA11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63801F-2213-EEBC-9BD5-AC665BF28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89" y="998691"/>
            <a:ext cx="10853821" cy="25665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ACAA0A-5653-AFE7-7269-8DE5C71FE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34" y="3832160"/>
            <a:ext cx="10759930" cy="227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28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FB4FB-2493-B3AB-A449-D958388DF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B5684F-0944-2BD6-1570-7217D8B4B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61" y="1191851"/>
            <a:ext cx="11383278" cy="494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27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0A1472-9E36-17E7-5A95-41F5DFD26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28" y="1500370"/>
            <a:ext cx="10628396" cy="385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391109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529</TotalTime>
  <Words>11</Words>
  <Application>Microsoft Office PowerPoint</Application>
  <PresentationFormat>Widescreen</PresentationFormat>
  <Paragraphs>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Felix Titling</vt:lpstr>
      <vt:lpstr>Goudy Old Style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Varsha, Sri Varsha</dc:creator>
  <cp:lastModifiedBy>Sri Varsha, Sri Varsha</cp:lastModifiedBy>
  <cp:revision>2</cp:revision>
  <dcterms:created xsi:type="dcterms:W3CDTF">2026-10-28T07:12:35Z</dcterms:created>
  <dcterms:modified xsi:type="dcterms:W3CDTF">2026-10-28T16:02:02Z</dcterms:modified>
</cp:coreProperties>
</file>